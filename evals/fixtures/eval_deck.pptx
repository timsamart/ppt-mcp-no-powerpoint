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Verify the audit trail before the board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Aurora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Board Briefing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Pillars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 consolidation</a:t>
            </a:r>
          </a:p>
          <a:p>
            <a:r>
              <a:t>Data governance</a:t>
            </a:r>
          </a:p>
          <a:p>
            <a:r>
              <a:t>Talent uplift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Vendor lock-in</a:t>
            </a:r>
          </a:p>
          <a:p>
            <a:r>
              <a:t>Skills gap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pic>
        <p:nvPicPr>
          <p:cNvPr id="3" name="Picture Placeholder 2" descr="vision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latin typeface="Comic Sans M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