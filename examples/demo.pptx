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audit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ppt-mcp Demo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Built without PowerPoint (M1)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</a:t>
            </a:r>
          </a:p>
          <a:p>
            <a:r>
              <a:t>What</a:t>
            </a:r>
          </a:p>
          <a:p>
            <a:r>
              <a:t>How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Findings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Unclear data ownership</a:t>
            </a:r>
          </a:p>
          <a:p>
            <a:pPr lvl="1"/>
            <a:r>
              <a:t>Mitigation: governance board</a:t>
            </a:r>
          </a:p>
          <a:p>
            <a:r>
              <a:t>No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Unclear data ownership</a:t>
            </a:r>
          </a:p>
          <a:p>
            <a:pPr lvl="1"/>
            <a:r>
              <a:t>Mitigation: governance board</a:t>
            </a:r>
          </a:p>
          <a:p>
            <a:r>
              <a:t>No audit trail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M2: templates</a:t>
            </a:r>
          </a:p>
          <a:p>
            <a:r>
              <a:t>M3: compliance</a:t>
            </a:r>
          </a:p>
          <a:p>
            <a:r>
              <a:t>M4: brand styles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